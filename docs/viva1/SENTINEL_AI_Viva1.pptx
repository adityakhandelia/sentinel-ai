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SENTINEL-AI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Pose-Estimation &amp; Spatial Graph Analytics for Real-Time Violence Detection in CCTV Feeds</a:t>
            </a:r>
          </a:p>
          <a:p>
            <a:pPr>
              <a:defRPr sz="1800"/>
            </a:pPr>
            <a:r>
              <a:t>Team: [names]</a:t>
            </a:r>
          </a:p>
          <a:p>
            <a:pPr>
              <a:defRPr sz="1800"/>
            </a:pPr>
            <a:r>
              <a:t>Mentor: [name]</a:t>
            </a:r>
          </a:p>
          <a:p>
            <a:pPr>
              <a:defRPr sz="1800"/>
            </a:pPr>
            <a:r>
              <a:t>Domain: Computer Vision · Distributed Systems · Public Safety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Cities have millions of CCTV cameras but human operators miss ~95% of incidents.</a:t>
            </a:r>
          </a:p>
          <a:p>
            <a:pPr>
              <a:defRPr sz="2000"/>
            </a:pPr>
            <a:r>
              <a:t>Average response time to fights/assault is 8–15 minutes.</a:t>
            </a:r>
          </a:p>
          <a:p>
            <a:pPr>
              <a:defRPr sz="2000"/>
            </a:pPr>
            <a:r>
              <a:t>Manual monitoring is not scalable and suffers from fatigue-induced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Replace heavy 3D-CNNs with lightweight 2D pose estimation (17 keypoints per person).</a:t>
            </a:r>
          </a:p>
          <a:p>
            <a:pPr>
              <a:defRPr sz="2000"/>
            </a:pPr>
            <a:r>
              <a:t>Explainable heuristics: joint velocity + proximity + bounding-box overlap.</a:t>
            </a:r>
          </a:p>
          <a:p>
            <a:pPr>
              <a:defRPr sz="2000"/>
            </a:pPr>
            <a:r>
              <a:t>End-to-end pipeline: ingest → pose → analytics → alerts →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&amp; Research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Computational Overhead Gap: 3D-CNNs/ViTs need GPUs and run &gt;150 ms/frame on CPU.</a:t>
            </a:r>
          </a:p>
          <a:p>
            <a:pPr>
              <a:defRPr sz="2000"/>
            </a:pPr>
            <a:r>
              <a:t>False-Positive Gap: Optical flow confuses running, dancing, or hugging with violence.</a:t>
            </a:r>
          </a:p>
          <a:p>
            <a:pPr>
              <a:defRPr sz="2000"/>
            </a:pPr>
            <a:r>
              <a:t>Integration Gap: Most work stops at offline benchmarks; streaming/concurrency/alerting are rarely addressed.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Ingest Layer (OpenCV) → Pose Estimator (YOLOv8-Pose) → Analytics Engine</a:t>
            </a:r>
          </a:p>
          <a:p>
            <a:pPr>
              <a:defRPr sz="2000"/>
            </a:pPr>
            <a:r>
              <a:t>Analytics: joint velocity, k-d Tree proximity, IoU overlap, threat scoring</a:t>
            </a:r>
          </a:p>
          <a:p>
            <a:pPr>
              <a:defRPr sz="2000"/>
            </a:pPr>
            <a:r>
              <a:t>SQLite/PostgreSQL incident DB, Redis/Celery async alerts, FastAPI/WebSockets, Next.js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Pose Extraction: YOLOv8-Pose detects persons and 17 keypoints.</a:t>
            </a:r>
          </a:p>
          <a:p>
            <a:pPr>
              <a:defRPr sz="2000"/>
            </a:pPr>
            <a:r>
              <a:t>Motion Analysis: frame-to-frame velocity and acceleration of wrists, elbows, head.</a:t>
            </a:r>
          </a:p>
          <a:p>
            <a:pPr>
              <a:defRPr sz="2000"/>
            </a:pPr>
            <a:r>
              <a:t>Proximity Analysis: distance between person centroids per frame.</a:t>
            </a:r>
          </a:p>
          <a:p>
            <a:pPr>
              <a:defRPr sz="2000"/>
            </a:pPr>
            <a:r>
              <a:t>Threat Scoring: Phase 2 adds k-d Tree + IoU + temporal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1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Repository scaffolded with modules and docs.</a:t>
            </a:r>
          </a:p>
          <a:p>
            <a:pPr>
              <a:defRPr sz="2000"/>
            </a:pPr>
            <a:r>
              <a:t>Working CLI demo on normal and fight test videos.</a:t>
            </a:r>
          </a:p>
          <a:p>
            <a:pPr>
              <a:defRPr sz="2000"/>
            </a:pPr>
            <a:r>
              <a:t>Annotated output video with skeletal overlay and bounding boxes.</a:t>
            </a:r>
          </a:p>
          <a:p>
            <a:pPr>
              <a:defRPr sz="2000"/>
            </a:pPr>
            <a:r>
              <a:t>pytest unit tests for motion and proximity math.</a:t>
            </a:r>
          </a:p>
          <a:p>
            <a:pPr>
              <a:defRPr sz="2000"/>
            </a:pPr>
            <a:r>
              <a:t>SRS, literature survey, research gaps, and architecture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Run CLI demo on a normal clip; show NORMAL flags.</a:t>
            </a:r>
          </a:p>
          <a:p>
            <a:pPr>
              <a:defRPr sz="2000"/>
            </a:pPr>
            <a:r>
              <a:t>Run CLI demo on a fight clip; show high velocity values and FIGHT flags.</a:t>
            </a:r>
          </a:p>
          <a:p>
            <a:pPr>
              <a:defRPr sz="2000"/>
            </a:pPr>
            <a:r>
              <a:t>Show live webcam overlay briefly to prove real-time feasibility.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Likely 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Why not 3D-CNN? Needs GPU, &gt;150 ms/frame. Our pose approach reduces dimensionality by 90% and runs on CPU.</a:t>
            </a:r>
          </a:p>
          <a:p>
            <a:pPr>
              <a:defRPr sz="2000"/>
            </a:pPr>
            <a:r>
              <a:t>Hug vs fight? Hugging has low kinetic variance; fights have rapid multi-directional limb acceleration.</a:t>
            </a:r>
          </a:p>
          <a:p>
            <a:pPr>
              <a:defRPr sz="2000"/>
            </a:pPr>
            <a:r>
              <a:t>Role of k-d Trees? O(N log N) neighbor queries vs naive O(N2) proximity checks.</a:t>
            </a:r>
          </a:p>
          <a:p>
            <a:pPr>
              <a:defRPr sz="2000"/>
            </a:pPr>
            <a:r>
              <a:t>How avoid freezing video? Redis + Celery async alert dispatch in Phase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Phase 1 (Viva 1): Pose extraction + CLI demo + docs</a:t>
            </a:r>
          </a:p>
          <a:p>
            <a:pPr>
              <a:defRPr sz="2000"/>
            </a:pPr>
            <a:r>
              <a:t>Phase 2 (Viva 2): k-d Tree, IoU, temporal window, benchmarks</a:t>
            </a:r>
          </a:p>
          <a:p>
            <a:pPr>
              <a:defRPr sz="2000"/>
            </a:pPr>
            <a:r>
              <a:t>Phase 3 (Viva 3): Threading, FastAPI/WebSockets, React UI, alerts</a:t>
            </a:r>
          </a:p>
          <a:p>
            <a:pPr>
              <a:defRPr sz="2000"/>
            </a:pPr>
            <a:r>
              <a:t>Phase 4 (Viva 4): Dataset evaluation, Docker, report, paper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